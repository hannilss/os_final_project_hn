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04140A-7F08-EA4F-404C-0F9BD79FDEF2}" v="470" dt="2024-12-10T01:09:53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953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540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043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882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10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075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8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570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87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168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07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504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173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6164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269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08734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138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441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lient-server-model/" TargetMode="External"/><Relationship Id="rId2" Type="http://schemas.openxmlformats.org/officeDocument/2006/relationships/hyperlink" Target="https://www.geeksforgeeks.org/socket-programming-in-java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aeldung.com/java-mutex" TargetMode="External"/><Relationship Id="rId5" Type="http://schemas.openxmlformats.org/officeDocument/2006/relationships/hyperlink" Target="https://www.youtube.com/watch?v=ZIzoesrHHQo&amp;list=PLta8BwUcNznDu-izwtBm8DhzYaE4H1mbT&amp;index=7" TargetMode="External"/><Relationship Id="rId4" Type="http://schemas.openxmlformats.org/officeDocument/2006/relationships/hyperlink" Target="https://www.youtube.com/watch?v=r_MbozD32e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 err="1">
                <a:ea typeface="Calibri Light"/>
                <a:cs typeface="Calibri Light"/>
              </a:rPr>
              <a:t>dice</a:t>
            </a:r>
            <a:r>
              <a:rPr lang="sv-SE" dirty="0">
                <a:ea typeface="Calibri Light"/>
                <a:cs typeface="Calibri Light"/>
              </a:rPr>
              <a:t> game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 dirty="0">
                <a:ea typeface="Calibri"/>
                <a:cs typeface="Calibri"/>
              </a:rPr>
              <a:t>By Hannes </a:t>
            </a:r>
            <a:r>
              <a:rPr lang="sv-SE" dirty="0" err="1">
                <a:ea typeface="Calibri"/>
                <a:cs typeface="Calibri"/>
              </a:rPr>
              <a:t>nilsson</a:t>
            </a:r>
          </a:p>
        </p:txBody>
      </p:sp>
    </p:spTree>
    <p:extLst>
      <p:ext uri="{BB962C8B-B14F-4D97-AF65-F5344CB8AC3E}">
        <p14:creationId xmlns:p14="http://schemas.microsoft.com/office/powerpoint/2010/main" val="319437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3DE196E-89BD-FA88-CD46-7E4C44BA7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>
                <a:ea typeface="Calibri Light"/>
                <a:cs typeface="Calibri Light"/>
              </a:rPr>
              <a:t>overview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7B068A8-C0C5-2A5A-5636-35A550ABD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>
                <a:ea typeface="Calibri"/>
                <a:cs typeface="Calibri"/>
              </a:rPr>
              <a:t>2 </a:t>
            </a:r>
            <a:r>
              <a:rPr lang="sv-SE" dirty="0" err="1">
                <a:ea typeface="Calibri"/>
                <a:cs typeface="Calibri"/>
              </a:rPr>
              <a:t>players</a:t>
            </a:r>
          </a:p>
          <a:p>
            <a:pPr>
              <a:buClr>
                <a:srgbClr val="FFFFFF"/>
              </a:buClr>
            </a:pPr>
            <a:r>
              <a:rPr lang="sv-SE" dirty="0" err="1">
                <a:ea typeface="Calibri"/>
                <a:cs typeface="Calibri"/>
              </a:rPr>
              <a:t>Randomized</a:t>
            </a:r>
            <a:r>
              <a:rPr lang="sv-SE" dirty="0">
                <a:ea typeface="Calibri"/>
                <a:cs typeface="Calibri"/>
              </a:rPr>
              <a:t> </a:t>
            </a:r>
            <a:r>
              <a:rPr lang="sv-SE" dirty="0" err="1">
                <a:ea typeface="Calibri"/>
                <a:cs typeface="Calibri"/>
              </a:rPr>
              <a:t>rounds</a:t>
            </a:r>
          </a:p>
          <a:p>
            <a:pPr>
              <a:buClr>
                <a:srgbClr val="FFFFFF"/>
              </a:buClr>
            </a:pPr>
            <a:r>
              <a:rPr lang="sv-SE" dirty="0" err="1">
                <a:ea typeface="Calibri"/>
                <a:cs typeface="Calibri"/>
              </a:rPr>
              <a:t>Randomized</a:t>
            </a:r>
            <a:r>
              <a:rPr lang="sv-SE" dirty="0">
                <a:ea typeface="Calibri"/>
                <a:cs typeface="Calibri"/>
              </a:rPr>
              <a:t> </a:t>
            </a:r>
            <a:r>
              <a:rPr lang="sv-SE" dirty="0" err="1">
                <a:ea typeface="Calibri"/>
                <a:cs typeface="Calibri"/>
              </a:rPr>
              <a:t>goal</a:t>
            </a:r>
          </a:p>
          <a:p>
            <a:pPr>
              <a:buClr>
                <a:srgbClr val="FFFFFF"/>
              </a:buClr>
            </a:pPr>
            <a:r>
              <a:rPr lang="sv-SE" dirty="0">
                <a:ea typeface="Calibri"/>
                <a:cs typeface="Calibri"/>
              </a:rPr>
              <a:t>Server </a:t>
            </a:r>
            <a:r>
              <a:rPr lang="sv-SE" err="1">
                <a:ea typeface="Calibri"/>
                <a:cs typeface="Calibri"/>
              </a:rPr>
              <a:t>holds</a:t>
            </a:r>
            <a:r>
              <a:rPr lang="sv-SE" dirty="0">
                <a:ea typeface="Calibri"/>
                <a:cs typeface="Calibri"/>
              </a:rPr>
              <a:t> </a:t>
            </a:r>
            <a:r>
              <a:rPr lang="sv-SE" err="1">
                <a:ea typeface="Calibri"/>
                <a:cs typeface="Calibri"/>
              </a:rPr>
              <a:t>critical</a:t>
            </a:r>
            <a:r>
              <a:rPr lang="sv-SE" dirty="0">
                <a:ea typeface="Calibri"/>
                <a:cs typeface="Calibri"/>
              </a:rPr>
              <a:t> </a:t>
            </a:r>
            <a:r>
              <a:rPr lang="sv-SE" err="1">
                <a:ea typeface="Calibri"/>
                <a:cs typeface="Calibri"/>
              </a:rPr>
              <a:t>section</a:t>
            </a:r>
            <a:endParaRPr lang="sv-SE" dirty="0" err="1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sv-SE" dirty="0">
                <a:ea typeface="Calibri"/>
                <a:cs typeface="Calibri"/>
              </a:rPr>
              <a:t>Roll </a:t>
            </a:r>
            <a:r>
              <a:rPr lang="sv-SE" err="1">
                <a:ea typeface="Calibri"/>
                <a:cs typeface="Calibri"/>
              </a:rPr>
              <a:t>dice</a:t>
            </a:r>
            <a:endParaRPr lang="sv-SE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sv-SE" dirty="0" err="1">
                <a:ea typeface="Calibri"/>
                <a:cs typeface="Calibri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264658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6ECDB1B-5F16-D612-11B9-E09579459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>
                <a:ea typeface="Calibri Light"/>
                <a:cs typeface="Calibri Light"/>
              </a:rPr>
              <a:t>Classes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F066AE8-9F27-11C6-CDE2-5A631AC19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>
                <a:ea typeface="Calibri"/>
                <a:cs typeface="Calibri"/>
              </a:rPr>
              <a:t>Server</a:t>
            </a:r>
          </a:p>
          <a:p>
            <a:pPr>
              <a:buClr>
                <a:srgbClr val="FFFFFF"/>
              </a:buClr>
            </a:pPr>
            <a:r>
              <a:rPr lang="sv-SE" dirty="0" err="1">
                <a:ea typeface="Calibri"/>
                <a:cs typeface="Calibri"/>
              </a:rPr>
              <a:t>Client</a:t>
            </a:r>
          </a:p>
          <a:p>
            <a:pPr>
              <a:buClr>
                <a:srgbClr val="FFFFFF"/>
              </a:buClr>
            </a:pPr>
            <a:r>
              <a:rPr lang="sv-SE" dirty="0" err="1">
                <a:ea typeface="Calibri"/>
                <a:cs typeface="Calibri"/>
              </a:rPr>
              <a:t>PlayerHandler</a:t>
            </a:r>
          </a:p>
        </p:txBody>
      </p:sp>
    </p:spTree>
    <p:extLst>
      <p:ext uri="{BB962C8B-B14F-4D97-AF65-F5344CB8AC3E}">
        <p14:creationId xmlns:p14="http://schemas.microsoft.com/office/powerpoint/2010/main" val="3496464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3269F81-4938-2CE6-7D1D-08D188685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>
                <a:ea typeface="Calibri Light"/>
                <a:cs typeface="Calibri Light"/>
              </a:rPr>
              <a:t>Server</a:t>
            </a:r>
            <a:endParaRPr lang="sv-SE" dirty="0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D12884DB-C4BF-56F2-ACE1-859B2DBD6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36" y="1712054"/>
            <a:ext cx="8753475" cy="1971675"/>
          </a:xfrm>
          <a:prstGeom prst="rect">
            <a:avLst/>
          </a:prstGeom>
        </p:spPr>
      </p:pic>
      <p:sp>
        <p:nvSpPr>
          <p:cNvPr id="8" name="Platshållare för innehåll 7">
            <a:extLst>
              <a:ext uri="{FF2B5EF4-FFF2-40B4-BE49-F238E27FC236}">
                <a16:creationId xmlns:a16="http://schemas.microsoft.com/office/drawing/2014/main" id="{F6EAF0B9-1545-F158-66A4-CBA7B4104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3707256"/>
            <a:ext cx="10131425" cy="2083944"/>
          </a:xfrm>
        </p:spPr>
        <p:txBody>
          <a:bodyPr/>
          <a:lstStyle/>
          <a:p>
            <a:r>
              <a:rPr lang="sv-SE" err="1">
                <a:ea typeface="Calibri"/>
                <a:cs typeface="Calibri"/>
              </a:rPr>
              <a:t>Fields</a:t>
            </a:r>
            <a:endParaRPr lang="sv-SE" dirty="0" err="1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sv-SE" dirty="0">
                <a:ea typeface="Calibri"/>
                <a:cs typeface="Calibri"/>
              </a:rPr>
              <a:t>Main</a:t>
            </a:r>
          </a:p>
          <a:p>
            <a:pPr>
              <a:buClr>
                <a:srgbClr val="FFFFFF"/>
              </a:buClr>
            </a:pPr>
            <a:r>
              <a:rPr lang="sv-SE" dirty="0" err="1">
                <a:ea typeface="Calibri"/>
                <a:cs typeface="Calibri"/>
              </a:rPr>
              <a:t>Threads</a:t>
            </a:r>
          </a:p>
        </p:txBody>
      </p:sp>
    </p:spTree>
    <p:extLst>
      <p:ext uri="{BB962C8B-B14F-4D97-AF65-F5344CB8AC3E}">
        <p14:creationId xmlns:p14="http://schemas.microsoft.com/office/powerpoint/2010/main" val="668875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7770ADF-B2FB-FE19-BAFA-50D23066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>
                <a:ea typeface="Calibri Light"/>
                <a:cs typeface="Calibri Light"/>
              </a:rPr>
              <a:t>Thread</a:t>
            </a:r>
            <a:r>
              <a:rPr lang="sv-SE" dirty="0">
                <a:ea typeface="Calibri Light"/>
                <a:cs typeface="Calibri Light"/>
              </a:rPr>
              <a:t> Handling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12FE78E-319B-216D-761A-E54DB7097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>
                <a:ea typeface="Calibri"/>
                <a:cs typeface="Calibri"/>
              </a:rPr>
              <a:t>Thread</a:t>
            </a:r>
            <a:r>
              <a:rPr lang="sv-SE" dirty="0">
                <a:ea typeface="Calibri"/>
                <a:cs typeface="Calibri"/>
              </a:rPr>
              <a:t> </a:t>
            </a:r>
            <a:r>
              <a:rPr lang="sv-SE" dirty="0" err="1">
                <a:ea typeface="Calibri"/>
                <a:cs typeface="Calibri"/>
              </a:rPr>
              <a:t>object</a:t>
            </a:r>
          </a:p>
          <a:p>
            <a:pPr>
              <a:buClr>
                <a:srgbClr val="FFFFFF"/>
              </a:buClr>
            </a:pPr>
            <a:r>
              <a:rPr lang="sv-SE" dirty="0">
                <a:ea typeface="Calibri"/>
                <a:cs typeface="Calibri"/>
              </a:rPr>
              <a:t>Array</a:t>
            </a:r>
          </a:p>
          <a:p>
            <a:pPr>
              <a:buClr>
                <a:srgbClr val="FFFFFF"/>
              </a:buClr>
            </a:pPr>
            <a:r>
              <a:rPr lang="sv-SE" dirty="0">
                <a:ea typeface="Calibri"/>
                <a:cs typeface="Calibri"/>
              </a:rPr>
              <a:t>Start and termination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BDB2311B-A8DA-DF8A-F9DE-10468543D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11" y="4572386"/>
            <a:ext cx="6934200" cy="390525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CC2FC0F2-DC64-CACA-A5CB-4C031D96D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90" y="5076310"/>
            <a:ext cx="3381375" cy="247650"/>
          </a:xfrm>
          <a:prstGeom prst="rect">
            <a:avLst/>
          </a:prstGeom>
        </p:spPr>
      </p:pic>
      <p:sp>
        <p:nvSpPr>
          <p:cNvPr id="6" name="textruta 5">
            <a:extLst>
              <a:ext uri="{FF2B5EF4-FFF2-40B4-BE49-F238E27FC236}">
                <a16:creationId xmlns:a16="http://schemas.microsoft.com/office/drawing/2014/main" id="{00D91A83-35A1-EC8D-A751-C77ACBA0C158}"/>
              </a:ext>
            </a:extLst>
          </p:cNvPr>
          <p:cNvSpPr txBox="1"/>
          <p:nvPr/>
        </p:nvSpPr>
        <p:spPr>
          <a:xfrm>
            <a:off x="4057774" y="5013560"/>
            <a:ext cx="256559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v-SE" dirty="0">
                <a:ea typeface="Calibri"/>
                <a:cs typeface="Calibri"/>
              </a:rPr>
              <a:t>(In </a:t>
            </a:r>
            <a:r>
              <a:rPr lang="sv-SE" dirty="0" err="1">
                <a:ea typeface="Calibri"/>
                <a:cs typeface="Calibri"/>
              </a:rPr>
              <a:t>PlayerHandler</a:t>
            </a:r>
            <a:r>
              <a:rPr lang="sv-SE" dirty="0">
                <a:ea typeface="Calibri"/>
                <a:cs typeface="Calibri"/>
              </a:rPr>
              <a:t>)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34239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FB039E9-477D-1AFA-2FC1-270F6B3E8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>
                <a:ea typeface="Calibri Light"/>
                <a:cs typeface="Calibri Light"/>
              </a:rPr>
              <a:t>Client</a:t>
            </a:r>
            <a:endParaRPr lang="sv-SE" dirty="0" err="1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A7382EF-E9E1-F69B-C1B5-0F4AC3BD1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>
                <a:ea typeface="Calibri"/>
                <a:cs typeface="Calibri"/>
              </a:rPr>
              <a:t>Sockets</a:t>
            </a:r>
            <a:r>
              <a:rPr lang="sv-SE" dirty="0">
                <a:ea typeface="Calibri"/>
                <a:cs typeface="Calibri"/>
              </a:rPr>
              <a:t> for </a:t>
            </a:r>
            <a:r>
              <a:rPr lang="sv-SE" dirty="0" err="1">
                <a:ea typeface="Calibri"/>
                <a:cs typeface="Calibri"/>
              </a:rPr>
              <a:t>communication</a:t>
            </a:r>
            <a:r>
              <a:rPr lang="sv-SE" dirty="0">
                <a:ea typeface="Calibri"/>
                <a:cs typeface="Calibri"/>
              </a:rPr>
              <a:t> (In and </a:t>
            </a:r>
            <a:r>
              <a:rPr lang="sv-SE" dirty="0" err="1">
                <a:ea typeface="Calibri"/>
                <a:cs typeface="Calibri"/>
              </a:rPr>
              <a:t>Out</a:t>
            </a:r>
            <a:r>
              <a:rPr lang="sv-SE" dirty="0">
                <a:ea typeface="Calibri"/>
                <a:cs typeface="Calibri"/>
              </a:rPr>
              <a:t>)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sv-SE" dirty="0">
                <a:ea typeface="Calibri"/>
                <a:cs typeface="Calibri"/>
              </a:rPr>
              <a:t>Score and </a:t>
            </a:r>
            <a:r>
              <a:rPr lang="sv-SE" err="1">
                <a:ea typeface="Calibri"/>
                <a:cs typeface="Calibri"/>
              </a:rPr>
              <a:t>result</a:t>
            </a:r>
            <a:endParaRPr lang="sv-SE">
              <a:ea typeface="Calibri"/>
              <a:cs typeface="Calibri"/>
            </a:endParaRPr>
          </a:p>
          <a:p>
            <a:pPr lvl="1">
              <a:buClr>
                <a:srgbClr val="FFFFFF"/>
              </a:buClr>
              <a:buFont typeface="Courier New"/>
              <a:buChar char="o"/>
            </a:pPr>
            <a:endParaRPr lang="sv-SE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sv-SE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sv-SE" dirty="0" err="1">
                <a:ea typeface="Calibri"/>
                <a:cs typeface="Calibri"/>
              </a:rPr>
              <a:t>Client</a:t>
            </a:r>
            <a:r>
              <a:rPr lang="sv-SE" dirty="0">
                <a:ea typeface="Calibri"/>
                <a:cs typeface="Calibri"/>
              </a:rPr>
              <a:t> </a:t>
            </a:r>
            <a:r>
              <a:rPr lang="sv-SE" dirty="0" err="1">
                <a:ea typeface="Calibri"/>
                <a:cs typeface="Calibri"/>
              </a:rPr>
              <a:t>side</a:t>
            </a:r>
            <a:r>
              <a:rPr lang="sv-SE" dirty="0">
                <a:ea typeface="Calibri"/>
                <a:cs typeface="Calibri"/>
              </a:rPr>
              <a:t> </a:t>
            </a:r>
            <a:r>
              <a:rPr lang="sv-SE" dirty="0" err="1">
                <a:ea typeface="Calibri"/>
                <a:cs typeface="Calibri"/>
              </a:rPr>
              <a:t>of</a:t>
            </a:r>
            <a:r>
              <a:rPr lang="sv-SE" dirty="0">
                <a:ea typeface="Calibri"/>
                <a:cs typeface="Calibri"/>
              </a:rPr>
              <a:t> game</a:t>
            </a:r>
          </a:p>
          <a:p>
            <a:pPr>
              <a:buClr>
                <a:srgbClr val="FFFFFF"/>
              </a:buClr>
            </a:pPr>
            <a:r>
              <a:rPr lang="sv-SE" dirty="0" err="1">
                <a:ea typeface="Calibri"/>
                <a:cs typeface="Calibri"/>
              </a:rPr>
              <a:t>Command</a:t>
            </a:r>
            <a:r>
              <a:rPr lang="sv-SE" dirty="0">
                <a:ea typeface="Calibri"/>
                <a:cs typeface="Calibri"/>
              </a:rPr>
              <a:t> to server</a:t>
            </a:r>
          </a:p>
          <a:p>
            <a:pPr marL="0" indent="0">
              <a:buClr>
                <a:srgbClr val="FFFFFF"/>
              </a:buClr>
              <a:buNone/>
            </a:pPr>
            <a:endParaRPr lang="sv-SE" dirty="0">
              <a:ea typeface="Calibri"/>
              <a:cs typeface="Calibri"/>
            </a:endParaRP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798F2F79-89B1-EE6F-EC9E-DF1B2225E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257" y="3298997"/>
            <a:ext cx="8001000" cy="857250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7AB01792-CA37-A0DB-FC37-7B62BC312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760" y="4861740"/>
            <a:ext cx="340042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1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ACB2C09-766E-06CF-AB5B-3EB8D38F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>
                <a:ea typeface="Calibri Light"/>
                <a:cs typeface="Calibri Light"/>
              </a:rPr>
              <a:t>Playerhandler</a:t>
            </a:r>
            <a:endParaRPr lang="sv-SE" dirty="0" err="1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7C57653-29E2-55E7-1415-EC43CC194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err="1">
                <a:ea typeface="Calibri"/>
                <a:cs typeface="Calibri"/>
              </a:rPr>
              <a:t>Handles</a:t>
            </a:r>
            <a:r>
              <a:rPr lang="sv-SE" dirty="0">
                <a:ea typeface="Calibri"/>
                <a:cs typeface="Calibri"/>
              </a:rPr>
              <a:t> game </a:t>
            </a:r>
            <a:r>
              <a:rPr lang="sv-SE" err="1">
                <a:ea typeface="Calibri"/>
                <a:cs typeface="Calibri"/>
              </a:rPr>
              <a:t>logic</a:t>
            </a:r>
            <a:r>
              <a:rPr lang="sv-SE">
                <a:ea typeface="Calibri"/>
                <a:cs typeface="Calibri"/>
              </a:rPr>
              <a:t> for the </a:t>
            </a:r>
            <a:r>
              <a:rPr lang="sv-SE" err="1">
                <a:ea typeface="Calibri"/>
                <a:cs typeface="Calibri"/>
              </a:rPr>
              <a:t>player</a:t>
            </a:r>
            <a:endParaRPr lang="sv-SE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sv-SE" err="1">
                <a:ea typeface="Calibri"/>
                <a:cs typeface="Calibri"/>
              </a:rPr>
              <a:t>Helper</a:t>
            </a:r>
            <a:r>
              <a:rPr lang="sv-SE">
                <a:ea typeface="Calibri"/>
                <a:cs typeface="Calibri"/>
              </a:rPr>
              <a:t> </a:t>
            </a:r>
            <a:r>
              <a:rPr lang="sv-SE" err="1">
                <a:ea typeface="Calibri"/>
                <a:cs typeface="Calibri"/>
              </a:rPr>
              <a:t>functions</a:t>
            </a:r>
            <a:endParaRPr lang="sv-SE" dirty="0" err="1">
              <a:ea typeface="Calibri"/>
              <a:cs typeface="Calibri"/>
            </a:endParaRP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sv-SE" dirty="0" err="1">
                <a:ea typeface="Calibri"/>
                <a:cs typeface="Calibri"/>
              </a:rPr>
              <a:t>broadcastMessage</a:t>
            </a:r>
            <a:r>
              <a:rPr lang="sv-SE" dirty="0">
                <a:ea typeface="Calibri"/>
                <a:cs typeface="Calibri"/>
              </a:rPr>
              <a:t>, </a:t>
            </a:r>
            <a:r>
              <a:rPr lang="sv-SE" dirty="0" err="1">
                <a:ea typeface="Calibri"/>
                <a:cs typeface="Calibri"/>
              </a:rPr>
              <a:t>allPlayersFinished</a:t>
            </a:r>
            <a:r>
              <a:rPr lang="sv-SE" dirty="0">
                <a:ea typeface="Calibri"/>
                <a:cs typeface="Calibri"/>
              </a:rPr>
              <a:t>, </a:t>
            </a:r>
            <a:r>
              <a:rPr lang="sv-SE" dirty="0" err="1">
                <a:ea typeface="Calibri"/>
                <a:cs typeface="Calibri"/>
              </a:rPr>
              <a:t>announdeWinner</a:t>
            </a:r>
          </a:p>
          <a:p>
            <a:pPr>
              <a:buClr>
                <a:srgbClr val="FFFFFF"/>
              </a:buClr>
            </a:pPr>
            <a:r>
              <a:rPr lang="sv-SE" dirty="0" err="1">
                <a:ea typeface="Calibri"/>
                <a:cs typeface="Calibri"/>
              </a:rPr>
              <a:t>Thread</a:t>
            </a:r>
            <a:r>
              <a:rPr lang="sv-SE" dirty="0">
                <a:ea typeface="Calibri"/>
                <a:cs typeface="Calibri"/>
              </a:rPr>
              <a:t> termination</a:t>
            </a:r>
          </a:p>
          <a:p>
            <a:pPr>
              <a:buClr>
                <a:srgbClr val="FFFFFF"/>
              </a:buClr>
            </a:pPr>
            <a:r>
              <a:rPr lang="sv-SE" dirty="0" err="1">
                <a:ea typeface="Calibri"/>
                <a:cs typeface="Calibri"/>
              </a:rPr>
              <a:t>Implements</a:t>
            </a:r>
            <a:r>
              <a:rPr lang="sv-SE" dirty="0">
                <a:ea typeface="Calibri"/>
                <a:cs typeface="Calibri"/>
              </a:rPr>
              <a:t> </a:t>
            </a:r>
            <a:r>
              <a:rPr lang="sv-SE" dirty="0" err="1">
                <a:ea typeface="Calibri"/>
                <a:cs typeface="Calibri"/>
              </a:rPr>
              <a:t>Runnable</a:t>
            </a:r>
            <a:r>
              <a:rPr lang="sv-SE" dirty="0">
                <a:ea typeface="Calibri"/>
                <a:cs typeface="Calibri"/>
              </a:rPr>
              <a:t> interface</a:t>
            </a:r>
          </a:p>
          <a:p>
            <a:pPr>
              <a:buClr>
                <a:srgbClr val="FFFFFF"/>
              </a:buClr>
            </a:pPr>
            <a:endParaRPr lang="sv-SE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7195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7B07F7E-4662-5C30-BAA1-3338B4479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>
                <a:ea typeface="Calibri Light"/>
                <a:cs typeface="Calibri Light"/>
              </a:rPr>
              <a:t>Mutual </a:t>
            </a:r>
            <a:r>
              <a:rPr lang="sv-SE" dirty="0" err="1">
                <a:ea typeface="Calibri Light"/>
                <a:cs typeface="Calibri Light"/>
              </a:rPr>
              <a:t>exclusion</a:t>
            </a:r>
            <a:endParaRPr lang="sv-SE" dirty="0" err="1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4F5E81CE-A8CC-2A7D-8D2F-3A09B82300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0452" y="2940637"/>
            <a:ext cx="3371850" cy="981075"/>
          </a:xfrm>
        </p:spPr>
      </p:pic>
      <p:sp>
        <p:nvSpPr>
          <p:cNvPr id="5" name="textruta 4">
            <a:extLst>
              <a:ext uri="{FF2B5EF4-FFF2-40B4-BE49-F238E27FC236}">
                <a16:creationId xmlns:a16="http://schemas.microsoft.com/office/drawing/2014/main" id="{79EABA6E-B369-395F-E5AB-4671B1DCFEFE}"/>
              </a:ext>
            </a:extLst>
          </p:cNvPr>
          <p:cNvSpPr txBox="1"/>
          <p:nvPr/>
        </p:nvSpPr>
        <p:spPr>
          <a:xfrm>
            <a:off x="772868" y="1876965"/>
            <a:ext cx="926061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sv-SE" dirty="0">
                <a:ea typeface="Calibri"/>
                <a:cs typeface="Calibri"/>
              </a:rPr>
              <a:t>Dice roll</a:t>
            </a:r>
          </a:p>
          <a:p>
            <a:pPr marL="285750" indent="-285750">
              <a:buFont typeface="Arial"/>
              <a:buChar char="•"/>
            </a:pPr>
            <a:r>
              <a:rPr lang="sv-SE" dirty="0" err="1">
                <a:ea typeface="Calibri"/>
                <a:cs typeface="Calibri"/>
              </a:rPr>
              <a:t>Mutex</a:t>
            </a:r>
            <a:r>
              <a:rPr lang="sv-SE" dirty="0">
                <a:ea typeface="Calibri"/>
                <a:cs typeface="Calibri"/>
              </a:rPr>
              <a:t> </a:t>
            </a:r>
            <a:r>
              <a:rPr lang="sv-SE" dirty="0" err="1">
                <a:ea typeface="Calibri"/>
                <a:cs typeface="Calibri"/>
              </a:rPr>
              <a:t>object</a:t>
            </a:r>
          </a:p>
          <a:p>
            <a:pPr marL="285750" indent="-285750">
              <a:buFont typeface="Arial"/>
              <a:buChar char="•"/>
            </a:pPr>
            <a:r>
              <a:rPr lang="sv-SE" dirty="0" err="1">
                <a:ea typeface="Calibri"/>
                <a:cs typeface="Calibri"/>
              </a:rPr>
              <a:t>Accurate</a:t>
            </a:r>
            <a:r>
              <a:rPr lang="sv-SE" dirty="0">
                <a:ea typeface="Calibri"/>
                <a:cs typeface="Calibri"/>
              </a:rPr>
              <a:t> and fair </a:t>
            </a:r>
            <a:r>
              <a:rPr lang="sv-SE" dirty="0" err="1">
                <a:ea typeface="Calibri"/>
                <a:cs typeface="Calibri"/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3277649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0664E5-861B-F0BE-62FF-AF3F55904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699951"/>
            <a:ext cx="10131425" cy="1456267"/>
          </a:xfrm>
        </p:spPr>
        <p:txBody>
          <a:bodyPr/>
          <a:lstStyle/>
          <a:p>
            <a:r>
              <a:rPr lang="sv-SE" dirty="0">
                <a:ea typeface="Calibri Light"/>
                <a:cs typeface="Calibri Light"/>
              </a:rPr>
              <a:t>Demo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80D31AC-F878-96C5-EDEF-2B640D49E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v-SE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2636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F9CFCB5-4817-6C8E-C35D-666EEBC2A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>
                <a:ea typeface="Calibri Light"/>
                <a:cs typeface="Calibri Light"/>
              </a:rPr>
              <a:t>Sources</a:t>
            </a:r>
            <a:endParaRPr lang="sv-SE" dirty="0" err="1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8D76C37-2360-DE26-099F-F08BA0345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1200" dirty="0">
                <a:latin typeface="Aptos"/>
              </a:rPr>
              <a:t>Socket </a:t>
            </a:r>
            <a:r>
              <a:rPr lang="sv-SE" sz="1200" dirty="0" err="1">
                <a:latin typeface="Aptos"/>
              </a:rPr>
              <a:t>Programming</a:t>
            </a:r>
            <a:r>
              <a:rPr lang="sv-SE" sz="1200" dirty="0">
                <a:latin typeface="Aptos"/>
              </a:rPr>
              <a:t>: </a:t>
            </a:r>
            <a:r>
              <a:rPr lang="sv-SE" sz="1200" u="sng" dirty="0">
                <a:latin typeface="Aptos"/>
                <a:hlinkClick r:id="rId2"/>
              </a:rPr>
              <a:t>https://www.geeksforgeeks.org/socket-programming-in-java/</a:t>
            </a:r>
            <a:endParaRPr lang="sv-SE" sz="1200">
              <a:latin typeface="Aptos"/>
            </a:endParaRPr>
          </a:p>
          <a:p>
            <a:pPr>
              <a:buClr>
                <a:srgbClr val="FFFFFF"/>
              </a:buClr>
            </a:pPr>
            <a:r>
              <a:rPr lang="sv-SE" sz="1200" dirty="0" err="1">
                <a:latin typeface="Aptos"/>
              </a:rPr>
              <a:t>Client</a:t>
            </a:r>
            <a:r>
              <a:rPr lang="sv-SE" sz="1200" dirty="0">
                <a:latin typeface="Aptos"/>
              </a:rPr>
              <a:t> Server </a:t>
            </a:r>
            <a:r>
              <a:rPr lang="sv-SE" sz="1200" dirty="0" err="1">
                <a:latin typeface="Aptos"/>
              </a:rPr>
              <a:t>Model</a:t>
            </a:r>
            <a:r>
              <a:rPr lang="sv-SE" sz="1200" dirty="0">
                <a:latin typeface="Aptos"/>
              </a:rPr>
              <a:t>: </a:t>
            </a:r>
            <a:r>
              <a:rPr lang="sv-SE" sz="1200" u="sng" dirty="0">
                <a:latin typeface="Aptos"/>
                <a:hlinkClick r:id="rId3"/>
              </a:rPr>
              <a:t>https://www.geeksforgeeks.org/client-server-model/</a:t>
            </a:r>
            <a:endParaRPr lang="sv-SE" sz="1200">
              <a:latin typeface="Aptos"/>
            </a:endParaRPr>
          </a:p>
          <a:p>
            <a:pPr>
              <a:buClr>
                <a:srgbClr val="FFFFFF"/>
              </a:buClr>
            </a:pPr>
            <a:r>
              <a:rPr lang="en-US" sz="1200" dirty="0">
                <a:latin typeface="Aptos"/>
              </a:rPr>
              <a:t>Multithreading in Java: </a:t>
            </a:r>
            <a:r>
              <a:rPr lang="en-US" sz="1200" u="sng" dirty="0">
                <a:latin typeface="Aptos"/>
                <a:hlinkClick r:id="rId4"/>
              </a:rPr>
              <a:t>https://www.youtube.com/watch?v=r_MbozD32eo</a:t>
            </a:r>
            <a:endParaRPr lang="sv-SE" sz="1200">
              <a:latin typeface="Aptos"/>
            </a:endParaRPr>
          </a:p>
          <a:p>
            <a:pPr>
              <a:buClr>
                <a:srgbClr val="FFFFFF"/>
              </a:buClr>
            </a:pPr>
            <a:r>
              <a:rPr lang="en-US" sz="1200" dirty="0">
                <a:latin typeface="Aptos"/>
              </a:rPr>
              <a:t>Multiple-Client Socket: </a:t>
            </a:r>
            <a:r>
              <a:rPr lang="en-US" sz="1200" u="sng" dirty="0">
                <a:latin typeface="Aptos"/>
                <a:hlinkClick r:id="rId5"/>
              </a:rPr>
              <a:t>https://www.youtube.com/watch?v=ZIzoesrHHQo&amp;list=PLta8BwUcNznDu-izwtBm8DhzYaE4H1mbT&amp;index=7</a:t>
            </a:r>
            <a:endParaRPr lang="sv-SE" sz="1200">
              <a:solidFill>
                <a:srgbClr val="467886"/>
              </a:solidFill>
              <a:latin typeface="Aptos"/>
            </a:endParaRPr>
          </a:p>
          <a:p>
            <a:pPr>
              <a:buClr>
                <a:srgbClr val="FFFFFF"/>
              </a:buClr>
            </a:pPr>
            <a:r>
              <a:rPr lang="sv-SE" sz="1200" dirty="0">
                <a:latin typeface="Aptos"/>
              </a:rPr>
              <a:t>Java </a:t>
            </a:r>
            <a:r>
              <a:rPr lang="sv-SE" sz="1200" dirty="0" err="1">
                <a:latin typeface="Aptos"/>
              </a:rPr>
              <a:t>Mutex</a:t>
            </a:r>
            <a:r>
              <a:rPr lang="sv-SE" sz="1200" dirty="0">
                <a:latin typeface="Aptos"/>
              </a:rPr>
              <a:t>: </a:t>
            </a:r>
            <a:r>
              <a:rPr lang="sv-SE" sz="1200" u="sng" dirty="0">
                <a:latin typeface="Aptos"/>
                <a:hlinkClick r:id="rId6"/>
              </a:rPr>
              <a:t>https://www.baeldung.com/java-mutex</a:t>
            </a:r>
            <a:endParaRPr lang="sv-SE" sz="1200">
              <a:latin typeface="Aptos"/>
            </a:endParaRPr>
          </a:p>
          <a:p>
            <a:pPr>
              <a:buClr>
                <a:srgbClr val="FFFFFF"/>
              </a:buClr>
            </a:pPr>
            <a:endParaRPr lang="sv-SE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68870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Bredbild</PresentationFormat>
  <Paragraphs>0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10</vt:i4>
      </vt:variant>
    </vt:vector>
  </HeadingPairs>
  <TitlesOfParts>
    <vt:vector size="11" baseType="lpstr">
      <vt:lpstr>Celestial</vt:lpstr>
      <vt:lpstr>dice game</vt:lpstr>
      <vt:lpstr>overview</vt:lpstr>
      <vt:lpstr>Classes</vt:lpstr>
      <vt:lpstr>Server</vt:lpstr>
      <vt:lpstr>Thread Handling</vt:lpstr>
      <vt:lpstr>Client</vt:lpstr>
      <vt:lpstr>Playerhandler</vt:lpstr>
      <vt:lpstr>Mutual exclusion</vt:lpstr>
      <vt:lpstr>Demo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113</cp:revision>
  <dcterms:created xsi:type="dcterms:W3CDTF">2024-12-10T00:18:28Z</dcterms:created>
  <dcterms:modified xsi:type="dcterms:W3CDTF">2024-12-10T06:13:54Z</dcterms:modified>
</cp:coreProperties>
</file>